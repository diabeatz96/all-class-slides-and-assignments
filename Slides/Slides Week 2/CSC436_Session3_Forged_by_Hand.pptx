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640080"/>
            <a:ext cx="1371600" cy="1371600"/>
          </a:xfrm>
          <a:prstGeom prst="rect">
            <a:avLst/>
          </a:prstGeom>
          <a:solidFill>
            <a:srgbClr val="0E2238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737360"/>
            <a:ext cx="822960" cy="822960"/>
          </a:xfrm>
          <a:prstGeom prst="rect">
            <a:avLst/>
          </a:prstGeom>
          <a:solidFill>
            <a:srgbClr val="0B6A6C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2103120"/>
            <a:ext cx="502920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MODERN WEB DEVELOPMENT  |  WEEK 2, SESSION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 by Hand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3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JavaScript and the DOM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learn the enchantment, you learn the hammer.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 |  12:20 to 2:15  |  Room 1N-004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|  12:20 TO 12:35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Guild Trials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forge lights, the Guild tests its recruits.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trials, all Week 1 JavaScript. Everything you need is already in your hands.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CodeSandbox (vanilla JS template) or a browser console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trials are in todays Brightspace announcement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 with your table, your call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ranks at 12:35 sharp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94960" y="1691640"/>
            <a:ext cx="6217920" cy="3977640"/>
          </a:xfrm>
          <a:prstGeom prst="roundRect">
            <a:avLst>
              <a:gd name="adj" fmla="val 2299"/>
            </a:avLst>
          </a:prstGeom>
          <a:solidFill>
            <a:srgbClr val="16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8562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TRIALS, RISING DIFFICULTY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22199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0" y="2221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Heralds 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literals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8803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9B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898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Contracts Only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28986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353872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6E7F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0" y="35387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5570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Roster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35570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0" y="41970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C0C0C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0" y="41970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215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Quest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42153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and the string trap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0" y="485546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9FD8D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0" y="48554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MITHRIL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8737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Coin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48737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D3EDE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Ranks: </a:t>
            </a:r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trials cleared makes you a Guild Initiate. All 5, a Guildmate. All 5 plus the bonus, a Guild Champion, announced to the room.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|  12:35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debrief: you just built your arsenal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were not random puzzles. The three big trials are the exact three functions that run todays forge.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0E2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card forger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 object in, one card out, for the whole array at once. In an hour, map IS your render function.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377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0E22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.filter()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gatekeeper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quests only. Hard quests only. Every counter and every filter feature today starts with this one call.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1488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2377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0E22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.reduce()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coin counter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golds in, one total out. When the Guildmaster demands the gold on offer, reduce answers.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Silver trap was on purpose: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dataset values arrive as strings, ids are numbers, and === does not forgive. It will try to bite you again before 2:15.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build the Guild Quest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Zero libraries. Zero build tools.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quest board for the Adventurers Guild: quests render from data, adventurers accept them with a click, and the board updates in front of you.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see on the right is HTML, CSS, and the JavaScript you already know, plus one new superpower: the DOM.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2:15 your board will be live in the browser, built with your own hands.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632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GUILD QUEST BOARD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quests: 3      Gold on offer: 450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56032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Rats in the Cellar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   Reward: 50g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2852928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F8B8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0" y="28529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767328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877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Escort the Merchant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242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   Reward: 150g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0" y="4059936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F8B8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0" y="40599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4974336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7F9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5084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Troll Problem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449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Hard   Reward: 250g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5266944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F8B8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0" y="52669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it the hard way?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73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framework is scar tissue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07568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Svelte: each one exists because someone got burned doing exactly what you will do today. Feel the burn once and the cure makes sense forever.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546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Interviews still ask for the hammer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5701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interview loops still hand you a blank page and say: no frameworks. The engineers who shine are the ones who forged by hand at least once.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654296"/>
            <a:ext cx="566928" cy="5669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360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about to invent React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3834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will write a render() function that redraws the board from data. That idea, taken seriously, is the whole framework.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DOM is a living tree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reads your HTML once, then throws it away.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keeps is the DOM: a live tree of objects that JavaScript can search, change, grow, and prune while the page is open.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tree, and the page changes instantly. That is the entire trick behind every web app you have ever used.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D3ED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5166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with me: </a:t>
            </a:r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the blueprint. The DOM is the building.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32520" y="2194560"/>
            <a:ext cx="-141732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2194560"/>
            <a:ext cx="141732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291840"/>
            <a:ext cx="-73152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3291840"/>
            <a:ext cx="-100584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9840" y="3291840"/>
            <a:ext cx="82296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4389120"/>
            <a:ext cx="0" cy="64008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7373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1632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83464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F8B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18320" y="283464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F8B8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9319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"Guild"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39319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D3ED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87000" y="39319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D3ED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870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50292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F7F9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"Rats..."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can grab any node, at any time, and rewrite it.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it. Forge it. Attach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297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1: Find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takes any CSS selector and hands you the live node.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2: Forge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mints a brand new node out of thin air. It exists in memory, invisible, until...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3: Attach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hangs it on the tree. The instant it lands, it is on screen.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20640" y="169164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0E22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49240" y="18288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the board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board = document.querySelector(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"#board"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Forge a quest card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 = document.createElement(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"article"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card.className =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"quest-card"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card.innerHTML = `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&lt;h3&gt;${quest.title}&lt;/h3&gt;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Attach it: now it is real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board.append(card);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5897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moves. Every dynamic page ever made is these three moves in a trench coat.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Events: the board listens 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0E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Naive: one listener per button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handler);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 move: event delegation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board.addEventListener(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(e) =&gt;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 = e.target.closest(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"[data-id]"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(!btn)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acceptQuest(btn.dataset.id);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73736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delegation wins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 cards get destroyed and rebuilt constantly. Listeners attached to dead cards die with them.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listener on the board that never gets rebuilt catches every click that bubbles up, forever.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data-* attributes carry the quest id from HTML back into JavaScript.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Render Pattern: your secret weapon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 pages poke the DOM directly. Craftsmen keep the truth in data and redraw from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272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 objects: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F8B8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render()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272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board,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it from state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2468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C9A9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272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3154680"/>
            <a:ext cx="1371600" cy="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154680"/>
            <a:ext cx="1371600" cy="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3840480"/>
            <a:ext cx="0" cy="73152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4572000"/>
            <a:ext cx="804672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3840480"/>
            <a:ext cx="0" cy="73152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743200" y="4709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Accept: handler updates state, then calls render()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3949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D3ED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5486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diagram. </a:t>
            </a:r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Thursday you will meet a framework whose entire pitch is: what if the browser ran this loop for you, perfectly, every time?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TODAYS BLOCK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12:20 to 2:15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72768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55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12:20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57276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Guild Trials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20240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gauntlet: five Week 1 JavaScript trials. Earn your rank before the forge lights.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24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12:35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54203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group: the three moves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889504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Live-code the board skeleton together. DOM tree, find-forge-attach, first quest on screen.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93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511296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Rotations: three stations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8587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A: selector drills. Station B: render() from data. Station C: event delegation lab. 13 minutes each, then rotate.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5628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1:40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448056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 build: your quest board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4828032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starter pack. Milestones on the next slide. I circulate, you forge.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44982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C9A9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32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2:05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07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544982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 + exit ticket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5797296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request arrives from the Guildmaster. It will hurt. That is the point.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ASSIGNMENT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 build: milestones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renders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the quests array and render every quest as a card using createElement or template literals. No hardcoded HTML quests allowed.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B6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works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Accept: the quest flips to accepted in the data, and the card visibly changes. One delegated listener, not one per button.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 count and total gold on offer update live as quests get accepted. Keep them accurate. No cheating with manual edits.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by 1:55 keeps you on pace. Gold finishers: add a difficulty filter and see what happens to your counters.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RAVEN ARRIVES FROM THE GUILDMASTER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E22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396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13969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count of open quests in the header, the sidebar, and the page title.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E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998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09981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difficulty filter. The counts must reflect only what is visible.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E22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0599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05993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quests reduce gold on offer everywhere it appears, instantly.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Seriously, try it.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separate places in your code have to change for each request. Count how many bugs you ship when you forget one.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pain has a name. Thursday, we learn its cure.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0B6A6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WALL HURTS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sync bug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Accept. Four things must update. Miss one and the page lies.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2040" y="3017520"/>
            <a:ext cx="2377440" cy="109728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3017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D3EDEE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48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quests array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21488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D3EDEE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2148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card's CSS class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D3EDEE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617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open-quest counter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3D9D9"/>
          </a:solidFill>
          <a:ln w="19050">
            <a:solidFill>
              <a:srgbClr val="B34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32520" y="4617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total (you forgot this one)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200400"/>
            <a:ext cx="-1371600" cy="-3657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3200400"/>
            <a:ext cx="1463040" cy="-36576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0" y="3977640"/>
            <a:ext cx="-1371600" cy="457200"/>
          </a:xfrm>
          <a:prstGeom prst="line">
            <a:avLst/>
          </a:prstGeom>
          <a:noFill/>
          <a:ln w="2222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3977640"/>
            <a:ext cx="1463040" cy="457200"/>
          </a:xfrm>
          <a:prstGeom prst="line">
            <a:avLst/>
          </a:prstGeom>
          <a:noFill/>
          <a:ln w="22225">
            <a:solidFill>
              <a:srgbClr val="B34A4A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vanilla JS, keeping data and pixels in sync is your job, on every event, forever. </a:t>
            </a:r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 pattern helps. A framework makes it automatic.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3  |  Forged by Hand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 + quest log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67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your forge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542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your quest board to your GitHub Classroom repo, whatever state it is in. Progress over polish.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10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 on Brightspace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685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how many places did the Wall force you to touch, and which sync bug bit you first?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for Thursday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828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React quick start page on react.dev. Do not build anything. Just read the first example and bring your suspicion.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Thursday: the enchanter arrives. Same board. Half the code. Zero desync.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0B6A6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2026-09-07T15:50:40Z</dcterms:created>
  <dcterms:modified xsi:type="dcterms:W3CDTF">2026-09-07T15:50:40Z</dcterms:modified>
</cp:coreProperties>
</file>